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47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7895-3FC8-1C72-AA8E-499B3C392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F35EA-8219-364E-6A82-14452F271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630BD-061A-F32F-E8F8-A94BC8FA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66FF-911F-75F3-6C42-5D316511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D2278-9B4D-FA90-F834-4E7396FD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8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A847-8F6C-DC83-9CDB-59360429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C26B-A81A-06E6-CDC2-8DE19CA0A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A8A5-823F-3DE3-571C-022D4DB0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27504-160A-F2CB-A3F0-5A0C7C04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80B3C-69DC-4720-863D-63E1A53D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5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5CF0-387B-1A97-D6E1-113185B6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6034C-C2DB-7333-3C88-0EF144F48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DAFE1-FADC-8334-DE6A-0205E876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7E41A-7E81-ECE9-33DA-B60E538D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816D-3AB8-3627-BF75-5D94FA067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3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62BA-A729-FB59-A96F-540709BF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73E2-B0A5-4A4E-A6E4-6A5FA0E48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720CB-1F92-AB81-968A-8AFB5ADB6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4DFC5-4DFD-F39D-A9C8-940053C4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5F41-5646-58B9-A3DB-38DABD74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74F70-618A-ED45-46C5-1ACF0BB8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E803-E181-AC2F-0E21-072CF4A6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782D5-98D5-A528-99B6-AE73BF16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24B75-2534-404A-0788-D75DCCB61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83080-5094-963B-AD40-012DF693A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DD132-82D5-2C05-5870-974F9601E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FBD4A-9EE8-1EF6-0A75-9C06EA86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82C5A-4CBC-326E-04D1-B49C62C1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62D0B-4565-9B62-A618-C935D8D4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2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C1D5-8CAE-4003-DE6B-0BE77BA8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75587-1F09-C1B2-5185-7DE555E5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C5873-8CA5-1C71-DB0E-57D950C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2DBDD-9E0D-0B3C-E134-5296F17D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2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455D4-A9C5-6B5F-8EE9-17FA276D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946A5-992D-8C4D-E39B-9876BB99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3E118-81EB-931D-6688-A5346E6A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28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D932-EED9-75C2-9E63-19895DBF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83B2-59EE-4D21-93F9-B1F07AAB8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2E352-426E-112F-708E-6B98C56CB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5D304-56DD-C36B-B758-07E2997E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E9049-2975-980D-A252-27526842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3987D-85B8-774B-AFC4-A60D7959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2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83DE-52A5-4E13-EE89-89355112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E8162-B578-7468-230A-EC936E256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9077D-52FC-8EBE-71B7-F21238AB6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38E0D-2490-E0F2-B5D2-A3AEBE68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D07A8-8050-7A26-C192-F2075427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C1F20-FE46-45CE-14B7-CEAAC4D5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28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23BF-9A66-F96F-FFA2-DA70C82D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B3512-5A54-826F-6773-DF0969B50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9412C-C20C-9F35-4984-5F599B99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B46C-3F94-1BC3-F99E-0FAF3071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6E694-4943-8E52-15F4-1FC6788C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03910-EC86-6A08-09E9-FFC337593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95A8B-3421-5BD3-8051-3F0AF6E67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F8328-9504-9E0A-453F-5F0ADA82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71434-BCD9-0C6A-8678-4E1F8352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2864B-AD5B-8C9F-AFCC-E275F2BE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2F2F-D18F-613C-27E8-436D9D33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7A55C-6863-29FE-7427-BBD3E26A9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DCB55-DE54-E726-3AE6-12FDBE116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FDBC3-CCFF-4751-8587-53C3E6882C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12B95-5B0A-5C96-6DB6-AC9D06476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E0B42-B18B-799F-7AC5-941D52B0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B785D-ACF1-4883-BC58-482E9A0DA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7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CA3556-7B2A-942C-FF17-6303FB9C3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761" y="608115"/>
            <a:ext cx="9144000" cy="1655762"/>
          </a:xfrm>
        </p:spPr>
        <p:txBody>
          <a:bodyPr/>
          <a:lstStyle/>
          <a:p>
            <a:r>
              <a:rPr lang="en-US" sz="3600" b="1" dirty="0"/>
              <a:t>Crystal Toolkit: Visualize a material</a:t>
            </a:r>
          </a:p>
          <a:p>
            <a:endParaRPr lang="en-US" dirty="0"/>
          </a:p>
          <a:p>
            <a:r>
              <a:rPr lang="en-US" dirty="0"/>
              <a:t>https://next-gen.materialsproject.org/toolkit</a:t>
            </a:r>
          </a:p>
        </p:txBody>
      </p:sp>
    </p:spTree>
    <p:extLst>
      <p:ext uri="{BB962C8B-B14F-4D97-AF65-F5344CB8AC3E}">
        <p14:creationId xmlns:p14="http://schemas.microsoft.com/office/powerpoint/2010/main" val="29443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9B79-B8AD-3D6A-AB1C-3B224FBD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Relaxation Issue? </a:t>
            </a:r>
            <a:r>
              <a:rPr lang="en-US" b="1"/>
              <a:t>-- Ir</a:t>
            </a:r>
            <a:r>
              <a:rPr lang="en-US" b="1" baseline="-25000"/>
              <a:t>2</a:t>
            </a:r>
            <a:r>
              <a:rPr lang="en-US" b="1"/>
              <a:t>Os  (Gen_13.cif)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35E97-855D-896F-6922-07FDE70F2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4200" cy="4351338"/>
          </a:xfrm>
        </p:spPr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Mattergen</a:t>
            </a:r>
            <a:r>
              <a:rPr lang="en-US" dirty="0"/>
              <a:t> found: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8C2DD-2810-25C1-3DEB-93DAF0E1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84" y="2489199"/>
            <a:ext cx="3894156" cy="401430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8B62D3-293C-B81E-FFA7-EACAA7F2ACDF}"/>
              </a:ext>
            </a:extLst>
          </p:cNvPr>
          <p:cNvSpPr txBox="1">
            <a:spLocks/>
          </p:cNvSpPr>
          <p:nvPr/>
        </p:nvSpPr>
        <p:spPr>
          <a:xfrm>
            <a:off x="6487160" y="1825625"/>
            <a:ext cx="4394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Matched to the dataset: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BD3D09-D1A1-0AD1-4084-B759DEFF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57" y="2489199"/>
            <a:ext cx="3705243" cy="389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20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Relaxation Issue? -- Ir2Os  (Gen_13.cif)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Yexiang Xue</dc:creator>
  <cp:lastModifiedBy>Yexiang Xue</cp:lastModifiedBy>
  <cp:revision>3</cp:revision>
  <dcterms:created xsi:type="dcterms:W3CDTF">2025-11-09T21:17:51Z</dcterms:created>
  <dcterms:modified xsi:type="dcterms:W3CDTF">2025-11-09T21:22:53Z</dcterms:modified>
</cp:coreProperties>
</file>