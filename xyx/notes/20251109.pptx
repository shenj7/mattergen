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1476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7895-3FC8-1C72-AA8E-499B3C392E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F35EA-8219-364E-6A82-14452F271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630BD-061A-F32F-E8F8-A94BC8FA1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7566FF-911F-75F3-6C42-5D3165117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DD2278-9B4D-FA90-F834-4E7396FDE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168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BA847-8F6C-DC83-9CDB-59360429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CC26B-A81A-06E6-CDC2-8DE19CA0A5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3A8A5-823F-3DE3-571C-022D4DB0F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027504-160A-F2CB-A3F0-5A0C7C04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80B3C-69DC-4720-863D-63E1A53DB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58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5CF0-387B-1A97-D6E1-113185B6E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034C-C2DB-7333-3C88-0EF144F48B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DAFE1-FADC-8334-DE6A-0205E876B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7E41A-7E81-ECE9-33DA-B60E538D6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5816D-3AB8-3627-BF75-5D94FA067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930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762BA-A729-FB59-A96F-540709BF7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BE73E2-B0A5-4A4E-A6E4-6A5FA0E48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5720CB-1F92-AB81-968A-8AFB5ADB6E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F4DFC5-4DFD-F39D-A9C8-940053C44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35F41-5646-58B9-A3DB-38DABD741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E74F70-618A-ED45-46C5-1ACF0BB82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4045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5E803-E181-AC2F-0E21-072CF4A62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782D5-98D5-A528-99B6-AE73BF16F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724B75-2534-404A-0788-D75DCCB61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183080-5094-963B-AD40-012DF693A9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3DD132-82D5-2C05-5870-974F9601E5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0FBD4A-9EE8-1EF6-0A75-9C06EA869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B82C5A-4CBC-326E-04D1-B49C62C1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62D0B-4565-9B62-A618-C935D8D4F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12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CC1D5-8CAE-4003-DE6B-0BE77BA86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275587-1F09-C1B2-5185-7DE555E5F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4C5873-8CA5-1C71-DB0E-57D950C4A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12DBDD-9E0D-0B3C-E134-5296F17D5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20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0455D4-A9C5-6B5F-8EE9-17FA276D0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946A5-992D-8C4D-E39B-9876BB99C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3E118-81EB-931D-6688-A5346E6A2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928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BD932-EED9-75C2-9E63-19895DBF8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2383B2-59EE-4D21-93F9-B1F07AAB8C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22E352-426E-112F-708E-6B98C56CB6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25D304-56DD-C36B-B758-07E2997E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E9049-2975-980D-A252-275268426F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3987D-85B8-774B-AFC4-A60D7959D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022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D83DE-52A5-4E13-EE89-893551124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5E8162-B578-7468-230A-EC936E2567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D9077D-52FC-8EBE-71B7-F21238AB64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D38E0D-2490-E0F2-B5D2-A3AEBE689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6D07A8-8050-7A26-C192-F20754272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8C1F20-FE46-45CE-14B7-CEAAC4D50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428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323BF-9A66-F96F-FFA2-DA70C82D2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FB3512-5A54-826F-6773-DF0969B509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19412C-C20C-9F35-4984-5F599B990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57B46C-3F94-1BC3-F99E-0FAF3071E9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6E694-4943-8E52-15F4-1FC6788C0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917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03910-EC86-6A08-09E9-FFC3375938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495A8B-3421-5BD3-8051-3F0AF6E670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5F8328-9504-9E0A-453F-5F0ADA829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771434-BCD9-0C6A-8678-4E1F8352A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2864B-AD5B-8C9F-AFCC-E275F2BE1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60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842F2F-D18F-613C-27E8-436D9D335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27A55C-6863-29FE-7427-BBD3E26A9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3DCB55-DE54-E726-3AE6-12FDBE116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FFDBC3-CCFF-4751-8587-53C3E6882CC4}" type="datetimeFigureOut">
              <a:rPr lang="en-US" smtClean="0"/>
              <a:t>11/9/2025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12B95-5B0A-5C96-6DB6-AC9D064769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AE0B42-B18B-799F-7AC5-941D52B025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8B785D-ACF1-4883-BC58-482E9A0DA5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674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6CA3556-7B2A-942C-FF17-6303FB9C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0761" y="608115"/>
            <a:ext cx="9144000" cy="1655762"/>
          </a:xfrm>
        </p:spPr>
        <p:txBody>
          <a:bodyPr/>
          <a:lstStyle/>
          <a:p>
            <a:r>
              <a:rPr lang="en-US" sz="3600" b="1" dirty="0"/>
              <a:t>Crystal Toolkit: Visualize a material</a:t>
            </a:r>
          </a:p>
          <a:p>
            <a:endParaRPr lang="en-US" dirty="0"/>
          </a:p>
          <a:p>
            <a:r>
              <a:rPr lang="en-US" dirty="0"/>
              <a:t>https://next-gen.materialsproject.org/toolkit</a:t>
            </a:r>
          </a:p>
        </p:txBody>
      </p:sp>
    </p:spTree>
    <p:extLst>
      <p:ext uri="{BB962C8B-B14F-4D97-AF65-F5344CB8AC3E}">
        <p14:creationId xmlns:p14="http://schemas.microsoft.com/office/powerpoint/2010/main" val="2944304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19B79-B8AD-3D6A-AB1C-3B224FBD9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Relaxation Issue? </a:t>
            </a:r>
            <a:r>
              <a:rPr lang="en-US" b="1"/>
              <a:t>-- Ir</a:t>
            </a:r>
            <a:r>
              <a:rPr lang="en-US" b="1" baseline="-25000"/>
              <a:t>2</a:t>
            </a:r>
            <a:r>
              <a:rPr lang="en-US" b="1"/>
              <a:t>Os  (Gen_13.cif)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35E97-855D-896F-6922-07FDE70F27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94200" cy="4351338"/>
          </a:xfrm>
        </p:spPr>
        <p:txBody>
          <a:bodyPr/>
          <a:lstStyle/>
          <a:p>
            <a:r>
              <a:rPr lang="en-US" dirty="0"/>
              <a:t>What </a:t>
            </a:r>
            <a:r>
              <a:rPr lang="en-US" dirty="0" err="1"/>
              <a:t>Mattergen</a:t>
            </a:r>
            <a:r>
              <a:rPr lang="en-US" dirty="0"/>
              <a:t> found: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A8C2DD-2810-25C1-3DEB-93DAF0E16C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84" y="2489199"/>
            <a:ext cx="3894156" cy="4014303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78B62D3-293C-B81E-FFA7-EACAA7F2ACDF}"/>
              </a:ext>
            </a:extLst>
          </p:cNvPr>
          <p:cNvSpPr txBox="1">
            <a:spLocks/>
          </p:cNvSpPr>
          <p:nvPr/>
        </p:nvSpPr>
        <p:spPr>
          <a:xfrm>
            <a:off x="6487160" y="1825625"/>
            <a:ext cx="43942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Matched to the dataset: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BD3D09-D1A1-0AD1-4084-B759DEFF5A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57" y="2489199"/>
            <a:ext cx="3705243" cy="3896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206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24826-1232-6579-0286-04863676F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Relaxed structure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780DB0-8DC8-60FD-6EB6-38757FA06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419540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4209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38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Relaxation Issue? -- Ir2Os  (Gen_13.cif)</vt:lpstr>
      <vt:lpstr>Relaxed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Yexiang Xue</dc:creator>
  <cp:lastModifiedBy>Yexiang Xue</cp:lastModifiedBy>
  <cp:revision>4</cp:revision>
  <dcterms:created xsi:type="dcterms:W3CDTF">2025-11-09T21:17:51Z</dcterms:created>
  <dcterms:modified xsi:type="dcterms:W3CDTF">2025-11-09T22:21:09Z</dcterms:modified>
</cp:coreProperties>
</file>